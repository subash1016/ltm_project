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4" r:id="rId5"/>
    <p:sldId id="258" r:id="rId6"/>
    <p:sldId id="259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D90EE6-CFF9-4063-A744-25DF2BDF6E4B}" v="382" dt="2026-08-27T17:35:49.5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2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ash M" userId="431593ab-f82d-4632-8414-9e29949adcc0" providerId="ADAL" clId="{BBA5DE6B-3C5E-4505-9136-771E2677DE65}"/>
    <pc:docChg chg="modSld modMainMaster">
      <pc:chgData name="Subash M" userId="431593ab-f82d-4632-8414-9e29949adcc0" providerId="ADAL" clId="{BBA5DE6B-3C5E-4505-9136-771E2677DE65}" dt="2026-08-27T17:35:49.573" v="380"/>
      <pc:docMkLst>
        <pc:docMk/>
      </pc:docMkLst>
      <pc:sldChg chg="modSp setBg">
        <pc:chgData name="Subash M" userId="431593ab-f82d-4632-8414-9e29949adcc0" providerId="ADAL" clId="{BBA5DE6B-3C5E-4505-9136-771E2677DE65}" dt="2026-08-27T17:32:09.398" v="371"/>
        <pc:sldMkLst>
          <pc:docMk/>
          <pc:sldMk cId="1654314051" sldId="258"/>
        </pc:sldMkLst>
        <pc:spChg chg="mod">
          <ac:chgData name="Subash M" userId="431593ab-f82d-4632-8414-9e29949adcc0" providerId="ADAL" clId="{BBA5DE6B-3C5E-4505-9136-771E2677DE65}" dt="2026-08-27T17:32:09.398" v="371"/>
          <ac:spMkLst>
            <pc:docMk/>
            <pc:sldMk cId="1654314051" sldId="258"/>
            <ac:spMk id="2" creationId="{3D2CB3BE-D36B-89F1-627E-EE9C05AB279B}"/>
          </ac:spMkLst>
        </pc:spChg>
        <pc:spChg chg="mod">
          <ac:chgData name="Subash M" userId="431593ab-f82d-4632-8414-9e29949adcc0" providerId="ADAL" clId="{BBA5DE6B-3C5E-4505-9136-771E2677DE65}" dt="2026-08-27T14:47:53.761" v="269"/>
          <ac:spMkLst>
            <pc:docMk/>
            <pc:sldMk cId="1654314051" sldId="258"/>
            <ac:spMk id="3" creationId="{CAFCE372-F6E6-420D-DBEC-CEA8A8BDA4C0}"/>
          </ac:spMkLst>
        </pc:spChg>
      </pc:sldChg>
      <pc:sldChg chg="modSp setBg">
        <pc:chgData name="Subash M" userId="431593ab-f82d-4632-8414-9e29949adcc0" providerId="ADAL" clId="{BBA5DE6B-3C5E-4505-9136-771E2677DE65}" dt="2026-08-27T17:33:29.618" v="374"/>
        <pc:sldMkLst>
          <pc:docMk/>
          <pc:sldMk cId="2763136132" sldId="259"/>
        </pc:sldMkLst>
        <pc:spChg chg="mod">
          <ac:chgData name="Subash M" userId="431593ab-f82d-4632-8414-9e29949adcc0" providerId="ADAL" clId="{BBA5DE6B-3C5E-4505-9136-771E2677DE65}" dt="2026-08-27T17:32:59.753" v="372"/>
          <ac:spMkLst>
            <pc:docMk/>
            <pc:sldMk cId="2763136132" sldId="259"/>
            <ac:spMk id="2" creationId="{F1B7CF84-D801-465B-AFB0-70ACD31F3500}"/>
          </ac:spMkLst>
        </pc:spChg>
        <pc:spChg chg="mod">
          <ac:chgData name="Subash M" userId="431593ab-f82d-4632-8414-9e29949adcc0" providerId="ADAL" clId="{BBA5DE6B-3C5E-4505-9136-771E2677DE65}" dt="2026-08-27T17:33:29.618" v="374"/>
          <ac:spMkLst>
            <pc:docMk/>
            <pc:sldMk cId="2763136132" sldId="259"/>
            <ac:spMk id="5" creationId="{1C1DA93B-660F-A3DA-BF3D-D0EDB582BACF}"/>
          </ac:spMkLst>
        </pc:spChg>
      </pc:sldChg>
      <pc:sldChg chg="addSp delSp modSp setBg">
        <pc:chgData name="Subash M" userId="431593ab-f82d-4632-8414-9e29949adcc0" providerId="ADAL" clId="{BBA5DE6B-3C5E-4505-9136-771E2677DE65}" dt="2026-08-27T17:35:20.568" v="377"/>
        <pc:sldMkLst>
          <pc:docMk/>
          <pc:sldMk cId="2570552133" sldId="261"/>
        </pc:sldMkLst>
        <pc:spChg chg="mod">
          <ac:chgData name="Subash M" userId="431593ab-f82d-4632-8414-9e29949adcc0" providerId="ADAL" clId="{BBA5DE6B-3C5E-4505-9136-771E2677DE65}" dt="2026-08-27T17:33:59.320" v="375"/>
          <ac:spMkLst>
            <pc:docMk/>
            <pc:sldMk cId="2570552133" sldId="261"/>
            <ac:spMk id="2" creationId="{39D4A82D-450B-2BC1-BB04-B2EED14F1768}"/>
          </ac:spMkLst>
        </pc:spChg>
        <pc:spChg chg="mod">
          <ac:chgData name="Subash M" userId="431593ab-f82d-4632-8414-9e29949adcc0" providerId="ADAL" clId="{BBA5DE6B-3C5E-4505-9136-771E2677DE65}" dt="2026-08-27T17:35:20.568" v="377"/>
          <ac:spMkLst>
            <pc:docMk/>
            <pc:sldMk cId="2570552133" sldId="261"/>
            <ac:spMk id="3" creationId="{7557E223-6743-4E1A-6997-4422E688770A}"/>
          </ac:spMkLst>
        </pc:spChg>
        <pc:spChg chg="add del mod">
          <ac:chgData name="Subash M" userId="431593ab-f82d-4632-8414-9e29949adcc0" providerId="ADAL" clId="{BBA5DE6B-3C5E-4505-9136-771E2677DE65}" dt="2026-08-27T14:53:34.661" v="272" actId="767"/>
          <ac:spMkLst>
            <pc:docMk/>
            <pc:sldMk cId="2570552133" sldId="261"/>
            <ac:spMk id="4" creationId="{10133AF7-509B-1B72-C590-C7D44AD84EC2}"/>
          </ac:spMkLst>
        </pc:spChg>
      </pc:sldChg>
      <pc:sldChg chg="modSp setBg">
        <pc:chgData name="Subash M" userId="431593ab-f82d-4632-8414-9e29949adcc0" providerId="ADAL" clId="{BBA5DE6B-3C5E-4505-9136-771E2677DE65}" dt="2026-08-27T17:35:49.573" v="380"/>
        <pc:sldMkLst>
          <pc:docMk/>
          <pc:sldMk cId="3416373540" sldId="263"/>
        </pc:sldMkLst>
        <pc:spChg chg="mod">
          <ac:chgData name="Subash M" userId="431593ab-f82d-4632-8414-9e29949adcc0" providerId="ADAL" clId="{BBA5DE6B-3C5E-4505-9136-771E2677DE65}" dt="2026-08-27T17:35:34.167" v="378"/>
          <ac:spMkLst>
            <pc:docMk/>
            <pc:sldMk cId="3416373540" sldId="263"/>
            <ac:spMk id="2" creationId="{FD381901-2CAA-DF64-3A49-0221EFED9BE5}"/>
          </ac:spMkLst>
        </pc:spChg>
        <pc:spChg chg="mod">
          <ac:chgData name="Subash M" userId="431593ab-f82d-4632-8414-9e29949adcc0" providerId="ADAL" clId="{BBA5DE6B-3C5E-4505-9136-771E2677DE65}" dt="2026-08-27T17:35:49.573" v="380"/>
          <ac:spMkLst>
            <pc:docMk/>
            <pc:sldMk cId="3416373540" sldId="263"/>
            <ac:spMk id="5" creationId="{290D2FEF-8B80-DAF2-A899-37B8E6D3DD27}"/>
          </ac:spMkLst>
        </pc:spChg>
      </pc:sldChg>
      <pc:sldMasterChg chg="setBg modSldLayout">
        <pc:chgData name="Subash M" userId="431593ab-f82d-4632-8414-9e29949adcc0" providerId="ADAL" clId="{BBA5DE6B-3C5E-4505-9136-771E2677DE65}" dt="2026-08-27T17:29:20.459" v="370"/>
        <pc:sldMasterMkLst>
          <pc:docMk/>
          <pc:sldMasterMk cId="4221801888" sldId="2147483648"/>
        </pc:sldMasterMkLst>
        <pc:sldLayoutChg chg="setBg">
          <pc:chgData name="Subash M" userId="431593ab-f82d-4632-8414-9e29949adcc0" providerId="ADAL" clId="{BBA5DE6B-3C5E-4505-9136-771E2677DE65}" dt="2026-08-27T17:29:20.459" v="370"/>
          <pc:sldLayoutMkLst>
            <pc:docMk/>
            <pc:sldMasterMk cId="4221801888" sldId="2147483648"/>
            <pc:sldLayoutMk cId="992647635" sldId="2147483649"/>
          </pc:sldLayoutMkLst>
        </pc:sldLayoutChg>
        <pc:sldLayoutChg chg="setBg">
          <pc:chgData name="Subash M" userId="431593ab-f82d-4632-8414-9e29949adcc0" providerId="ADAL" clId="{BBA5DE6B-3C5E-4505-9136-771E2677DE65}" dt="2026-08-27T17:29:20.459" v="370"/>
          <pc:sldLayoutMkLst>
            <pc:docMk/>
            <pc:sldMasterMk cId="4221801888" sldId="2147483648"/>
            <pc:sldLayoutMk cId="1124836808" sldId="2147483650"/>
          </pc:sldLayoutMkLst>
        </pc:sldLayoutChg>
        <pc:sldLayoutChg chg="setBg">
          <pc:chgData name="Subash M" userId="431593ab-f82d-4632-8414-9e29949adcc0" providerId="ADAL" clId="{BBA5DE6B-3C5E-4505-9136-771E2677DE65}" dt="2026-08-27T17:29:20.459" v="370"/>
          <pc:sldLayoutMkLst>
            <pc:docMk/>
            <pc:sldMasterMk cId="4221801888" sldId="2147483648"/>
            <pc:sldLayoutMk cId="3738130723" sldId="2147483651"/>
          </pc:sldLayoutMkLst>
        </pc:sldLayoutChg>
        <pc:sldLayoutChg chg="setBg">
          <pc:chgData name="Subash M" userId="431593ab-f82d-4632-8414-9e29949adcc0" providerId="ADAL" clId="{BBA5DE6B-3C5E-4505-9136-771E2677DE65}" dt="2026-08-27T17:29:20.459" v="370"/>
          <pc:sldLayoutMkLst>
            <pc:docMk/>
            <pc:sldMasterMk cId="4221801888" sldId="2147483648"/>
            <pc:sldLayoutMk cId="1077220988" sldId="2147483652"/>
          </pc:sldLayoutMkLst>
        </pc:sldLayoutChg>
        <pc:sldLayoutChg chg="setBg">
          <pc:chgData name="Subash M" userId="431593ab-f82d-4632-8414-9e29949adcc0" providerId="ADAL" clId="{BBA5DE6B-3C5E-4505-9136-771E2677DE65}" dt="2026-08-27T17:29:20.459" v="370"/>
          <pc:sldLayoutMkLst>
            <pc:docMk/>
            <pc:sldMasterMk cId="4221801888" sldId="2147483648"/>
            <pc:sldLayoutMk cId="2140535902" sldId="2147483653"/>
          </pc:sldLayoutMkLst>
        </pc:sldLayoutChg>
        <pc:sldLayoutChg chg="setBg">
          <pc:chgData name="Subash M" userId="431593ab-f82d-4632-8414-9e29949adcc0" providerId="ADAL" clId="{BBA5DE6B-3C5E-4505-9136-771E2677DE65}" dt="2026-08-27T17:29:20.459" v="370"/>
          <pc:sldLayoutMkLst>
            <pc:docMk/>
            <pc:sldMasterMk cId="4221801888" sldId="2147483648"/>
            <pc:sldLayoutMk cId="3151512912" sldId="2147483654"/>
          </pc:sldLayoutMkLst>
        </pc:sldLayoutChg>
        <pc:sldLayoutChg chg="setBg">
          <pc:chgData name="Subash M" userId="431593ab-f82d-4632-8414-9e29949adcc0" providerId="ADAL" clId="{BBA5DE6B-3C5E-4505-9136-771E2677DE65}" dt="2026-08-27T17:29:20.459" v="370"/>
          <pc:sldLayoutMkLst>
            <pc:docMk/>
            <pc:sldMasterMk cId="4221801888" sldId="2147483648"/>
            <pc:sldLayoutMk cId="1864768199" sldId="2147483655"/>
          </pc:sldLayoutMkLst>
        </pc:sldLayoutChg>
        <pc:sldLayoutChg chg="setBg">
          <pc:chgData name="Subash M" userId="431593ab-f82d-4632-8414-9e29949adcc0" providerId="ADAL" clId="{BBA5DE6B-3C5E-4505-9136-771E2677DE65}" dt="2026-08-27T17:29:20.459" v="370"/>
          <pc:sldLayoutMkLst>
            <pc:docMk/>
            <pc:sldMasterMk cId="4221801888" sldId="2147483648"/>
            <pc:sldLayoutMk cId="4171333829" sldId="2147483656"/>
          </pc:sldLayoutMkLst>
        </pc:sldLayoutChg>
        <pc:sldLayoutChg chg="setBg">
          <pc:chgData name="Subash M" userId="431593ab-f82d-4632-8414-9e29949adcc0" providerId="ADAL" clId="{BBA5DE6B-3C5E-4505-9136-771E2677DE65}" dt="2026-08-27T17:29:20.459" v="370"/>
          <pc:sldLayoutMkLst>
            <pc:docMk/>
            <pc:sldMasterMk cId="4221801888" sldId="2147483648"/>
            <pc:sldLayoutMk cId="82474577" sldId="2147483657"/>
          </pc:sldLayoutMkLst>
        </pc:sldLayoutChg>
        <pc:sldLayoutChg chg="setBg">
          <pc:chgData name="Subash M" userId="431593ab-f82d-4632-8414-9e29949adcc0" providerId="ADAL" clId="{BBA5DE6B-3C5E-4505-9136-771E2677DE65}" dt="2026-08-27T17:29:20.459" v="370"/>
          <pc:sldLayoutMkLst>
            <pc:docMk/>
            <pc:sldMasterMk cId="4221801888" sldId="2147483648"/>
            <pc:sldLayoutMk cId="1718773653" sldId="2147483658"/>
          </pc:sldLayoutMkLst>
        </pc:sldLayoutChg>
        <pc:sldLayoutChg chg="setBg">
          <pc:chgData name="Subash M" userId="431593ab-f82d-4632-8414-9e29949adcc0" providerId="ADAL" clId="{BBA5DE6B-3C5E-4505-9136-771E2677DE65}" dt="2026-08-27T17:29:20.459" v="370"/>
          <pc:sldLayoutMkLst>
            <pc:docMk/>
            <pc:sldMasterMk cId="4221801888" sldId="2147483648"/>
            <pc:sldLayoutMk cId="3471621278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86228-018B-87DC-6D93-172CB9110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D02047-D34C-3102-838B-29303DC59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78207-6EF5-5ED7-0BB4-FADAFA039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377-E27A-4F9C-952C-6A2CB88C9758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DA952-84EC-8A3D-C75C-91524720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5F12C-2132-4DC1-C4EB-BE9810B4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1B6C-7AEF-4A6A-AF87-015DEEF7C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647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2599C-138E-5B5E-FA8F-4FD816DF6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B975B-04C4-1A8A-3C82-7383C281B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E76FA-BB48-EA12-8343-0969584DA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377-E27A-4F9C-952C-6A2CB88C9758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1427A-F6B5-1800-381A-DEFA8247F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0F470-C9E3-490D-2D66-CD66D9782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1B6C-7AEF-4A6A-AF87-015DEEF7C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36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DDD01-1B2B-36DB-3AFB-B3B6882D5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1A2FC-728E-DBC7-D89F-8AFCA5A6B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6FBB1-5751-135B-C0F7-C286AAF02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377-E27A-4F9C-952C-6A2CB88C9758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E0C3A-0478-7D7E-7844-F3935ADDC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D0C65-5841-2288-FDB3-D08B5F166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1B6C-7AEF-4A6A-AF87-015DEEF7C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130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15F0E-D98E-219B-9461-23BF239D0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752E0-4107-B6FA-C852-DCE5FE392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A16FF-986D-B8B8-8EBD-BAD291251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FF338-E7D7-B72C-DF52-59553E73B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377-E27A-4F9C-952C-6A2CB88C9758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29AA2-0AE0-DBDA-3A95-D2E10F846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728F3-5DB3-EC30-0E59-F14B47165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1B6C-7AEF-4A6A-AF87-015DEEF7C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220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A7A75-14B4-414C-3B56-144C6A79C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D324B-D37C-169E-2528-6D1752B7A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C21A5-5FDC-277F-3942-9082AD7E4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CE72F5-C265-3FA0-36A3-960979A940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EB8212-B024-CB4A-D6D1-81B7FD016F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DFC1A5-25E3-CE2B-EB42-5EBF91306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377-E27A-4F9C-952C-6A2CB88C9758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F0F93-9083-4ADA-AA46-E72539DB4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E9CB8E-F4A1-9898-E49D-ACFC0EA2A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1B6C-7AEF-4A6A-AF87-015DEEF7C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535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EA0B-C734-02CE-3FBA-8FDC6F279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C49FAC-473F-E53E-8D4B-35ED178E5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377-E27A-4F9C-952C-6A2CB88C9758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144AE-5B35-6269-A975-BE6F96936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75AB0-7783-675A-6649-F4B491D1C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1B6C-7AEF-4A6A-AF87-015DEEF7C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512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CCA348-B172-9C48-1E2C-7446BE8BC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377-E27A-4F9C-952C-6A2CB88C9758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367501-1F71-702B-FA15-A681ABDA8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80409-E998-B7AF-2690-FE4C259DB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1B6C-7AEF-4A6A-AF87-015DEEF7C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768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EACED-966D-44C2-21F3-924BF181A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C18D6-CD43-50A7-E1AC-E5FFB996F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B3A71-9240-7EBD-D298-DBC287F4A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7EF9E-3320-F6B1-8B26-4ACC70BAD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377-E27A-4F9C-952C-6A2CB88C9758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ABD69-A853-C442-4415-20083CB74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A909F-B8E9-E257-A472-D9793D4D6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1B6C-7AEF-4A6A-AF87-015DEEF7C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333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C6C13-25D1-40AE-73E2-F0272DB07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91CB1A-970A-09D6-CC51-B56F09225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919B9C-13DC-F726-C998-F6F9D0DAF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001E8-29B3-E1D9-2A2F-BFFF4B028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377-E27A-4F9C-952C-6A2CB88C9758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5C142-3536-E306-3BF2-8EE839F5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68CA2-7AAC-7264-50BB-699383005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1B6C-7AEF-4A6A-AF87-015DEEF7C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74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0FA76-789F-E63D-F71E-2692573C4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BD5C3-FB9E-EE47-EA0A-0234C94F8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B08FD-D2FB-992D-BA1B-6DD601A05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377-E27A-4F9C-952C-6A2CB88C9758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1A975-59F0-0759-FBD3-94B06CB33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076D3-BA16-8F35-A8BB-515923A38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1B6C-7AEF-4A6A-AF87-015DEEF7C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773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3AD490-6D37-1653-E455-259DB274ED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31B5DB-BE20-D750-1E06-EC56C1EE8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B3355-FE22-034C-AF7C-742C38663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377-E27A-4F9C-952C-6A2CB88C9758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3830D-08A3-FAB5-E0BE-7F722C570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CC7E6-5D14-9432-529D-43727AF1E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1B6C-7AEF-4A6A-AF87-015DEEF7C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621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3000"/>
                <a:satMod val="150000"/>
                <a:shade val="98000"/>
                <a:lumMod val="102000"/>
              </a:schemeClr>
            </a:gs>
            <a:gs pos="44000">
              <a:schemeClr val="bg2">
                <a:tint val="98000"/>
                <a:satMod val="130000"/>
                <a:shade val="90000"/>
                <a:lumMod val="103000"/>
              </a:schemeClr>
            </a:gs>
            <a:gs pos="75000">
              <a:schemeClr val="bg2">
                <a:shade val="63000"/>
                <a:satMod val="12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08F6EC-FF8E-889D-B8A8-5B265F59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A7470-8DBA-3658-4B7E-D6E9C4C32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FED58-1A52-DFF5-0BEB-1ABA3EF51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18377-E27A-4F9C-952C-6A2CB88C9758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A5036-510F-8EEA-C0B7-BCD3602D6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E498A-7330-16AF-6077-C87A0C9DF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DF1B6C-7AEF-4A6A-AF87-015DEEF7C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80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CED9-3355-8794-8EC5-14E8E0F1E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NAME : SUBASH .M</a:t>
            </a:r>
          </a:p>
          <a:p>
            <a:pPr marL="0" indent="0" algn="ctr">
              <a:buNone/>
            </a:pPr>
            <a:r>
              <a:rPr lang="en-GB" dirty="0"/>
              <a:t>REGISTER NO: 251011016</a:t>
            </a:r>
          </a:p>
          <a:p>
            <a:pPr marL="0" indent="0" algn="ctr">
              <a:buNone/>
            </a:pPr>
            <a:r>
              <a:rPr lang="en-GB" dirty="0"/>
              <a:t>RAJALAKSHMI ENGINEERING COLLEGE 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ZEROTH REVIEW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5566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CB3BE-D36B-89F1-627E-EE9C05AB2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839138" cy="998980"/>
          </a:xfrm>
        </p:spPr>
        <p:txBody>
          <a:bodyPr>
            <a:normAutofit fontScale="90000"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1: RISK- AND COST-AWARE AI MAINTENANCE DECISION ENGINE FOR   	     INDUSTRIAL POWER ASSETS  USING  VIBRATION-BASED FAULT 		     DIAGNOSIS.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CE372-F6E6-420D-DBEC-CEA8A8BDA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105"/>
            <a:ext cx="10515600" cy="512877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power assets such as motors, pumps and generators can develop faults due to abnormal vibration patterns. fault detection/classification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predictive maintenance systems mainly focus on.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often do not determine fault severity, maintenance urgency, or cost impact.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decision-support system is therefore required to convert vibration-based fault diagnosis into risk- and cost-aware maintenance decisions. </a:t>
            </a:r>
          </a:p>
          <a:p>
            <a:pPr marL="0" indent="0" algn="ctr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classify equipment faults using vibration sensor data.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and risk level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detected faults.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urgency of maintenance intervention.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suitable maintenance actions.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cost and equipment risk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the final decision.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explainable maintenance recommendation rather than only a fault label. 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654314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CF84-D801-465B-AFB0-70ACD31F3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9295"/>
          </a:xfrm>
        </p:spPr>
        <p:txBody>
          <a:bodyPr>
            <a:norm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1: DATASET, STACK &amp; OUTCOMES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1DA93B-660F-A3DA-BF3D-D0EDB582B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4419"/>
            <a:ext cx="10515600" cy="5608455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Publicly available vibration/rotating-machine datasets such as CWRU bearing dataset.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Vibration signals collected from rotating machinery under different operating/fault conditions.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Signal preprocessing → feature extraction → fault classification → risk assessment.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Vibration patterns provide the primary evidence for identifying equipment health and faults.</a:t>
            </a:r>
          </a:p>
          <a:p>
            <a:pPr marL="0" indent="0" algn="ctr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STACK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Pandas/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 Model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Cost-Aware Decision Engine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visualization</a:t>
            </a:r>
          </a:p>
          <a:p>
            <a:pPr marL="0" indent="0" algn="ctr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fault classification.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Risk/severity assessment.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priority prediction.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Cost-aware maintenance recommendation.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decision-support dashboard.</a:t>
            </a:r>
          </a:p>
        </p:txBody>
      </p:sp>
    </p:spTree>
    <p:extLst>
      <p:ext uri="{BB962C8B-B14F-4D97-AF65-F5344CB8AC3E}">
        <p14:creationId xmlns:p14="http://schemas.microsoft.com/office/powerpoint/2010/main" val="2763136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E2B19-86D3-05D5-9022-2B3F7FF5B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A82D-450B-2BC1-BB04-B2EED14F1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39138" cy="1333045"/>
          </a:xfrm>
        </p:spPr>
        <p:txBody>
          <a:bodyPr>
            <a:normAutofit fontScale="90000"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2:PROACTIVE CONSTRUCTION SAFETY DECISION ENGINE USING  	   MULTIMODAL AI, TEMPORAL  RISK PREDICTION AND	       	       	   COUNTERFACTUAL INTERVENTION ANALYSIS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7E223-6743-4E1A-6997-4422E6887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92533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sites contain constantly changing risks involving workers, machinery, environment and work activities.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safety systems mainly perform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hazard/PPE detection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may identify a hazard only after it becomes visible and do not adequately predict how risk evolves over time.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proactive system is needed to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future safety risks and recommend preventive interventions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0" indent="0" algn="ctr">
              <a:buNone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multiple safety information sources such as video, worker activity, environmental and equipment data.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assess current construction-site hazards.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risk prediction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estimate future safety risk.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high-risk activities and situations before an accident occurs.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appropriate proactive safety interventions.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counterfactual analysis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estimate how risk could change if an intervention were applied. 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570552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6B240-9EAC-B90E-936B-3726FB162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1901-2CAA-DF64-3A49-0221EFED9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9295"/>
          </a:xfrm>
        </p:spPr>
        <p:txBody>
          <a:bodyPr>
            <a:norm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2: DATASET, STACK &amp; OUTCOMES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0D2FEF-8B80-DAF2-A899-37B8E6D3D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4419"/>
            <a:ext cx="10515600" cy="5821181"/>
          </a:xfrm>
        </p:spPr>
        <p:txBody>
          <a:bodyPr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Video/CCTV: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Worker activities, site conditions and equipment interactions.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Tabular data: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Environmental conditions, equipment status and historical incidents.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construction-safety datasets + generated/simulated contextual data where required.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Multimodal data enables the system to understand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happening now and how risk may evolve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ctr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STACK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Pandas/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AI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Risk Prediction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Counterfactual Analysis </a:t>
            </a:r>
          </a:p>
          <a:p>
            <a:pPr marL="0" indent="0" algn="ctr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Real-time/near-real-time hazard assessment.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risk prediction.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“What-if” analysis of safety interventions.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construction safety decision-support system.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373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4E435D274C024090E153B071C22A46" ma:contentTypeVersion="1" ma:contentTypeDescription="Create a new document." ma:contentTypeScope="" ma:versionID="70cf2b16cc587eaa4654b5eeeffc45d3">
  <xsd:schema xmlns:xsd="http://www.w3.org/2001/XMLSchema" xmlns:xs="http://www.w3.org/2001/XMLSchema" xmlns:p="http://schemas.microsoft.com/office/2006/metadata/properties" xmlns:ns3="b4d9070d-6d72-4638-8f3b-897f5635fe8a" targetNamespace="http://schemas.microsoft.com/office/2006/metadata/properties" ma:root="true" ma:fieldsID="61526e7380e572108e1da29935e1216f" ns3:_="">
    <xsd:import namespace="b4d9070d-6d72-4638-8f3b-897f5635fe8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d9070d-6d72-4638-8f3b-897f5635fe8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B44BCE5-81C0-4EEC-8E22-7CB8189CED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d9070d-6d72-4638-8f3b-897f5635fe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67C918-9CF9-48ED-B271-70A2DC833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3F902D-4AFF-4764-9BD2-1162ED79380E}">
  <ds:schemaRefs>
    <ds:schemaRef ds:uri="http://purl.org/dc/dcmitype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b4d9070d-6d72-4638-8f3b-897f5635fe8a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538</Words>
  <Application>Microsoft Office PowerPoint</Application>
  <PresentationFormat>Widescreen</PresentationFormat>
  <Paragraphs>70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PowerPoint Presentation</vt:lpstr>
      <vt:lpstr>Project 1: RISK- AND COST-AWARE AI MAINTENANCE DECISION ENGINE FOR         INDUSTRIAL POWER ASSETS  USING  VIBRATION-BASED FAULT        DIAGNOSIS. </vt:lpstr>
      <vt:lpstr>Project 1: DATASET, STACK &amp; OUTCOMES</vt:lpstr>
      <vt:lpstr>Project 2:PROACTIVE CONSTRUCTION SAFETY DECISION ENGINE USING      MULTIMODAL AI, TEMPORAL  RISK PREDICTION AND                    COUNTERFACTUAL INTERVENTION ANALYSIS </vt:lpstr>
      <vt:lpstr>Project 2: DATASET, STACK &amp;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Subash M</dc:creator>
  <cp:lastModifiedBy>Subash M</cp:lastModifiedBy>
  <cp:revision>1</cp:revision>
  <dcterms:created xsi:type="dcterms:W3CDTF">2026-08-27T14:14:07Z</dcterms:created>
  <dcterms:modified xsi:type="dcterms:W3CDTF">2026-08-27T17:46:49Z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0x010100854E435D274C024090E153B071C22A46</vt:lpwstr>
  </property>
</Properties>
</file>